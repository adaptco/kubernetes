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Qube™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Verifiable AI &amp; IP Infrastructure</a:t>
            </a:r>
          </a:p>
          <a:p>
            <a:r>
              <a:t>From human performance to auditable capital</a:t>
            </a:r>
          </a:p>
          <a:p>
            <a:r>
              <a:t>World-OS-grade trust layer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outputs are black boxes</a:t>
            </a:r>
          </a:p>
          <a:p>
            <a:r>
              <a:t>IP provenance is unverifiable</a:t>
            </a:r>
          </a:p>
          <a:p>
            <a:r>
              <a:t>Enterprise and regulatory trust is broken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Trust, not intelligence, is the bottleneck</a:t>
            </a:r>
          </a:p>
          <a:p>
            <a:r>
              <a:t>Verification converts output into capital</a:t>
            </a:r>
          </a:p>
          <a:p>
            <a:r>
              <a:t>Lineage =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Qube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P3L governed execution pipeline</a:t>
            </a:r>
          </a:p>
          <a:p>
            <a:r>
              <a:t>R0P3 audit artifacts</a:t>
            </a:r>
          </a:p>
          <a:p>
            <a:r>
              <a:t>QONLEDGE single source of truth ledger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Inputs &amp; Sensors</a:t>
            </a:r>
          </a:p>
          <a:p>
            <a:r>
              <a:t>Verification Layer</a:t>
            </a:r>
          </a:p>
          <a:p>
            <a:r>
              <a:t>Tokenized IP Ledger</a:t>
            </a:r>
          </a:p>
          <a:p>
            <a:r>
              <a:t>Applications &amp; Financial Products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(2025–2026)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MVP &amp; pilots</a:t>
            </a:r>
          </a:p>
          <a:p>
            <a:r>
              <a:t>Token issuance</a:t>
            </a:r>
          </a:p>
          <a:p>
            <a:r>
              <a:t>Enterprise adoption</a:t>
            </a:r>
          </a:p>
          <a:p>
            <a:r>
              <a:t>Federation expansion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Utility-driven demand</a:t>
            </a:r>
          </a:p>
          <a:p>
            <a:r>
              <a:t>Verification &amp; replay fees</a:t>
            </a:r>
          </a:p>
          <a:p>
            <a:r>
              <a:t>Governance and staking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 fees</a:t>
            </a:r>
          </a:p>
          <a:p>
            <a:r>
              <a:t>Enterprise licensing</a:t>
            </a:r>
          </a:p>
          <a:p>
            <a:r>
              <a:t>Tokenized IP rails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Seed 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Engineering &amp; R&amp;D</a:t>
            </a:r>
          </a:p>
          <a:p>
            <a:r>
              <a:t>Legal &amp; compliance</a:t>
            </a:r>
          </a:p>
          <a:p>
            <a:r>
              <a:t>Go-to-market</a:t>
            </a:r>
          </a:p>
          <a:p>
            <a:r>
              <a:t>Infrastructure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Seed Raise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Seed round to fund 18–24 month runway</a:t>
            </a:r>
          </a:p>
          <a:p>
            <a:r>
              <a:t>Unlock protocol launch &amp; adoption</a:t>
            </a:r>
          </a:p>
          <a:p>
            <a:r>
              <a:t>Position Qube as trust layer for AI capital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